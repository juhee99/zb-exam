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EC76B-B9D0-4130-864E-1CFFD9120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04CABA-ED07-4ADA-86E1-FF86FFAB0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14AD17-FCB7-4188-879F-53071EB1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E6041-FA1C-47E1-928A-57341492A0CA}" type="datetimeFigureOut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2226DC-5D94-42F2-8208-67EE56123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46632A-4E7B-4C2B-B721-4B104BEE0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EC710-00C9-4532-953D-6686CB97B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74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C8C026-E0B9-411D-BF98-C392A65D7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D65F9D-091A-43DF-A311-009EBC348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8C3B50-02C4-4F23-9991-1A322F033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E6041-FA1C-47E1-928A-57341492A0CA}" type="datetimeFigureOut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2FD6C7-6F79-4A43-A4DB-AB18762A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97621-4E83-4A7A-9DC1-3955FDFC6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EC710-00C9-4532-953D-6686CB97B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36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A7507-38F7-4E4D-BC17-442583661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4A24C7-8526-4947-9523-A528F0947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153E76-EB2F-475B-B63C-72E8C2EF8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E6041-FA1C-47E1-928A-57341492A0CA}" type="datetimeFigureOut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B38E94-C5EF-4CC3-8219-CC55BB35D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969EA8-6C3A-4EEC-B35D-27FF8C83E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EC710-00C9-4532-953D-6686CB97B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583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B89D76-F56D-46ED-959E-B8E2456C5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053037-337D-4918-ABEE-BEC5AF7A1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A49B5E-D7ED-4451-99DC-4A6E22932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225BF5-3EC0-4D08-8C24-E0D1560AF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E6041-FA1C-47E1-928A-57341492A0CA}" type="datetimeFigureOut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91AC0F-850C-4B7C-B6F4-D393955AA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D5EAE4-ECBA-4FCE-91FC-D0D40127E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EC710-00C9-4532-953D-6686CB97B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258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E32726-5C99-4A9F-9903-5CAB38D0D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327C42-F6A4-44BD-836C-F0DC26CD2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C10EE4-C3BC-41CE-91C9-A520E04F8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AF6277-2988-487A-BD4E-C9B4F0DAA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6EF6AF-6F22-45CA-8004-62A01AFC04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1C5BAA8-BB95-4A74-B306-621BD503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E6041-FA1C-47E1-928A-57341492A0CA}" type="datetimeFigureOut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8D881C-C5B8-47FC-8D10-4596D4694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62B5D6B-7ADC-42D2-A840-5AE711E18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EC710-00C9-4532-953D-6686CB97B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217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4D39E1-81E7-4A02-BF8E-1FAAD0E6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1A89731-083D-4A50-B21B-B5F189624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E6041-FA1C-47E1-928A-57341492A0CA}" type="datetimeFigureOut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39B72E-C77B-4D5D-AFF7-EFBD58806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1383ED-08B4-4DD3-8AF1-963A0F432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EC710-00C9-4532-953D-6686CB97B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498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35212F-632B-4244-BB69-2A81701CE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E6041-FA1C-47E1-928A-57341492A0CA}" type="datetimeFigureOut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EF7E72-8F38-4F5A-8130-32C97CDE1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25416B-8B31-4541-B1DE-6B436CF5C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EC710-00C9-4532-953D-6686CB97B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794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61BB6-BB9A-4D42-B201-22D7B1968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6BA4FC-A194-4582-807E-23E52B6F5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3E81CA-9A50-4BA7-8130-6793D00CF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65B2F5-2FDC-4A37-8112-357C1FB52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E6041-FA1C-47E1-928A-57341492A0CA}" type="datetimeFigureOut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0899D0-C62C-4441-80C8-61706764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801413-B020-430C-82D3-902767777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EC710-00C9-4532-953D-6686CB97B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137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085EC-2D88-4C9F-93B6-5A335233B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935BA0-114A-4E50-8E3A-B6B9EC7F1B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0B622A-E092-48CC-9B6D-B7F9CF838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58481D-B475-432C-B7B7-FBEA7F93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E6041-FA1C-47E1-928A-57341492A0CA}" type="datetimeFigureOut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DD691A-C699-4591-BE7F-F5F615937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DFA2C3-0352-4DDF-83CA-69DC14678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EC710-00C9-4532-953D-6686CB97B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7A302-76CD-430A-9234-CC123E3A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C0FD9D-099D-4B9F-9DC6-84054A8CA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92AA3C-66B8-4CF5-BA72-74BDC137E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E6041-FA1C-47E1-928A-57341492A0CA}" type="datetimeFigureOut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2933A4-37B6-4468-B796-166F61528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C08E5E-7556-4851-8560-D1B3E495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EC710-00C9-4532-953D-6686CB97B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332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D911B45-CBD9-4645-9D09-4FC49DE7F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6E9524-EB73-4904-A162-A9A37B992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1222F-72E0-4867-8043-CD963F3BC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E6041-FA1C-47E1-928A-57341492A0CA}" type="datetimeFigureOut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B7C258-1AC9-48D2-AD21-7BACD017A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A70396-8F7B-42C5-9E7B-3A5A2880C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EC710-00C9-4532-953D-6686CB97B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32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9E22BB-705B-490F-AB4B-23620A662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EC77D2-1C46-4B83-B5FE-37809EEC9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F99905-66D5-4575-B373-F62C916E8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E6041-FA1C-47E1-928A-57341492A0CA}" type="datetimeFigureOut">
              <a:rPr lang="ko-KR" altLang="en-US" smtClean="0"/>
              <a:t>2022-01-10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D0D6D8-A41D-4B50-B04F-A55BE8193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576B63-6FC0-4A4F-A6C0-E71A5A5A1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EC710-00C9-4532-953D-6686CB97B5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621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13361-9606-4EA2-A50F-AF1D2F2A6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2392" y="2405849"/>
            <a:ext cx="5166804" cy="91440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Zero-Base week05</a:t>
            </a:r>
            <a:endParaRPr lang="ko-KR" alt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BD71A-CC5E-4C34-B7E9-F8B6B3545F1F}"/>
              </a:ext>
            </a:extLst>
          </p:cNvPr>
          <p:cNvSpPr txBox="1"/>
          <p:nvPr/>
        </p:nvSpPr>
        <p:spPr>
          <a:xfrm>
            <a:off x="7803472" y="3429000"/>
            <a:ext cx="1260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박주희</a:t>
            </a:r>
          </a:p>
        </p:txBody>
      </p:sp>
    </p:spTree>
    <p:extLst>
      <p:ext uri="{BB962C8B-B14F-4D97-AF65-F5344CB8AC3E}">
        <p14:creationId xmlns:p14="http://schemas.microsoft.com/office/powerpoint/2010/main" val="73906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8CC13-E3AE-4D4D-A2E6-4837891B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058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과제</a:t>
            </a:r>
            <a:r>
              <a:rPr lang="en-US" altLang="ko-KR" sz="4000" dirty="0"/>
              <a:t>1-</a:t>
            </a:r>
            <a:endParaRPr lang="ko-KR" altLang="en-US" sz="40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00B60A1-5A76-42E4-B9A0-DE3DF9F13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044" y="1690688"/>
            <a:ext cx="4162548" cy="2728560"/>
          </a:xfr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C3BDE71-13D2-438E-BD6A-02355FDBFF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97" y="1690688"/>
            <a:ext cx="5395561" cy="27519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3B4820-923F-4EE9-B174-89BECB67A958}"/>
              </a:ext>
            </a:extLst>
          </p:cNvPr>
          <p:cNvSpPr txBox="1"/>
          <p:nvPr/>
        </p:nvSpPr>
        <p:spPr>
          <a:xfrm>
            <a:off x="488297" y="4625266"/>
            <a:ext cx="30538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Hello</a:t>
            </a:r>
            <a:r>
              <a:rPr lang="ko-KR" altLang="en-US" sz="1500" dirty="0"/>
              <a:t>문자열을  출력하는 메소드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2D2385-10DD-4100-BCFA-E56710F36DF8}"/>
              </a:ext>
            </a:extLst>
          </p:cNvPr>
          <p:cNvSpPr txBox="1"/>
          <p:nvPr/>
        </p:nvSpPr>
        <p:spPr>
          <a:xfrm>
            <a:off x="6535044" y="4442604"/>
            <a:ext cx="30538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출력 페이지</a:t>
            </a:r>
          </a:p>
        </p:txBody>
      </p:sp>
    </p:spTree>
    <p:extLst>
      <p:ext uri="{BB962C8B-B14F-4D97-AF65-F5344CB8AC3E}">
        <p14:creationId xmlns:p14="http://schemas.microsoft.com/office/powerpoint/2010/main" val="209195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68BD8-8D5C-4DBF-AC24-89DB1038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과제</a:t>
            </a:r>
            <a:r>
              <a:rPr lang="en-US" altLang="ko-KR" sz="4000" dirty="0"/>
              <a:t>1-</a:t>
            </a:r>
            <a:r>
              <a:rPr lang="ko-KR" altLang="en-US" sz="4000" dirty="0" err="1"/>
              <a:t>깃허브</a:t>
            </a:r>
            <a:endParaRPr lang="ko-KR" altLang="en-US" sz="40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7A583D8-E95A-4228-A362-B8E7FB650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74" y="1736216"/>
            <a:ext cx="3580419" cy="3385567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02B5084-5198-442C-8A6A-366DAF3F15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887" y="1736216"/>
            <a:ext cx="5129540" cy="2147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A6957E-5F7B-4ECE-A626-D2391C69908C}"/>
              </a:ext>
            </a:extLst>
          </p:cNvPr>
          <p:cNvSpPr txBox="1"/>
          <p:nvPr/>
        </p:nvSpPr>
        <p:spPr>
          <a:xfrm>
            <a:off x="838200" y="5592932"/>
            <a:ext cx="2872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commit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A51FFF-B02A-4BDB-A59E-2DE21F6CC08C}"/>
              </a:ext>
            </a:extLst>
          </p:cNvPr>
          <p:cNvSpPr txBox="1"/>
          <p:nvPr/>
        </p:nvSpPr>
        <p:spPr>
          <a:xfrm>
            <a:off x="5832629" y="5408266"/>
            <a:ext cx="4536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zb</a:t>
            </a:r>
            <a:r>
              <a:rPr lang="en-US" altLang="ko-KR" dirty="0"/>
              <a:t>-exam</a:t>
            </a:r>
            <a:r>
              <a:rPr lang="ko-KR" altLang="en-US" dirty="0"/>
              <a:t> </a:t>
            </a:r>
            <a:r>
              <a:rPr lang="en-US" altLang="ko-KR" dirty="0" err="1"/>
              <a:t>phsh</a:t>
            </a:r>
            <a:r>
              <a:rPr lang="ko-KR" altLang="en-US" dirty="0"/>
              <a:t>됨</a:t>
            </a:r>
          </a:p>
        </p:txBody>
      </p:sp>
    </p:spTree>
    <p:extLst>
      <p:ext uri="{BB962C8B-B14F-4D97-AF65-F5344CB8AC3E}">
        <p14:creationId xmlns:p14="http://schemas.microsoft.com/office/powerpoint/2010/main" val="3257421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B22A47-0750-4E41-B4FE-BBF36CECE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과제</a:t>
            </a:r>
            <a:r>
              <a:rPr lang="en-US" altLang="ko-KR" sz="4000" dirty="0"/>
              <a:t>2-mariaDB</a:t>
            </a:r>
            <a:endParaRPr lang="ko-KR" altLang="en-US" sz="4000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5C0CC8BA-C139-4027-8F01-A57D81543E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97" y="1576580"/>
            <a:ext cx="5580356" cy="370484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E8F4B1-C440-4B92-B6FA-DD23A5B8E541}"/>
              </a:ext>
            </a:extLst>
          </p:cNvPr>
          <p:cNvSpPr txBox="1"/>
          <p:nvPr/>
        </p:nvSpPr>
        <p:spPr>
          <a:xfrm>
            <a:off x="163497" y="5406504"/>
            <a:ext cx="2681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Sampledb</a:t>
            </a:r>
            <a:r>
              <a:rPr lang="en-US" altLang="ko-KR" dirty="0"/>
              <a:t> </a:t>
            </a:r>
            <a:r>
              <a:rPr lang="ko-KR" altLang="en-US" dirty="0"/>
              <a:t>호스트 생성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2CFECC7-DB59-4E85-AF85-7898850E9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000" y="1690688"/>
            <a:ext cx="5783790" cy="347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2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F2C4B9-444A-4834-8984-6B4E2A705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과제</a:t>
            </a:r>
            <a:r>
              <a:rPr lang="en-US" altLang="ko-KR" sz="4000" dirty="0"/>
              <a:t>2</a:t>
            </a:r>
            <a:endParaRPr lang="ko-KR" altLang="en-US" sz="40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994B402-F6E0-4983-ADB1-A6D1D5444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0" y="1772359"/>
            <a:ext cx="6859353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AA2B25-99C3-4CDD-B530-B9EAB8CE203C}"/>
              </a:ext>
            </a:extLst>
          </p:cNvPr>
          <p:cNvSpPr txBox="1"/>
          <p:nvPr/>
        </p:nvSpPr>
        <p:spPr>
          <a:xfrm>
            <a:off x="7670306" y="1846555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Sampledb</a:t>
            </a:r>
            <a:r>
              <a:rPr lang="en-US" altLang="ko-KR" dirty="0"/>
              <a:t> </a:t>
            </a:r>
            <a:r>
              <a:rPr lang="ko-KR" altLang="en-US" dirty="0"/>
              <a:t>접속</a:t>
            </a:r>
          </a:p>
        </p:txBody>
      </p:sp>
    </p:spTree>
    <p:extLst>
      <p:ext uri="{BB962C8B-B14F-4D97-AF65-F5344CB8AC3E}">
        <p14:creationId xmlns:p14="http://schemas.microsoft.com/office/powerpoint/2010/main" val="3938576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와이드스크린</PresentationFormat>
  <Paragraphs>12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Zero-Base week05</vt:lpstr>
      <vt:lpstr>과제1-</vt:lpstr>
      <vt:lpstr>과제1-깃허브</vt:lpstr>
      <vt:lpstr>과제2-mariaDB</vt:lpstr>
      <vt:lpstr>과제2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Zero-Base week05</dc:title>
  <dc:creator>박 주희</dc:creator>
  <cp:lastModifiedBy>박 주희</cp:lastModifiedBy>
  <cp:revision>1</cp:revision>
  <dcterms:created xsi:type="dcterms:W3CDTF">2022-01-10T04:20:54Z</dcterms:created>
  <dcterms:modified xsi:type="dcterms:W3CDTF">2022-01-10T04:47:16Z</dcterms:modified>
</cp:coreProperties>
</file>